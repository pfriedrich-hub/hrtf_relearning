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TRANSFER PROTOCOL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hearing real loudspeakers first fix virtual sound localization?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naive listeners often fail to externalize/localize headphone (AR) sound with their own HRIR; brief real-speaker exposure may recalibrate that expectation.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two between-subjects arms, single ~40-min session — AR pre-test → exposure block → AR post-test.</a:t>
            </a:r>
            <a:endParaRPr lang="en-US" sz="1600" dirty="0"/>
          </a:p>
          <a:p>
            <a:pPr lvl="1" marL="6858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 group: exposure block = real dome loudspeakers.</a:t>
            </a:r>
            <a:endParaRPr lang="en-US" sz="1600" dirty="0"/>
          </a:p>
          <a:p>
            <a:pPr lvl="1" marL="6858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group: exposure block = AR filler (more virtual trials, same n and locations as the dome block).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pre-test and AR post-test are identical across groups (same HRIR, same locations, same trial count) — only the middle block differs.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comparison: Δ(pre→post) in localization error and externalization rating, dome vs. control — isolates the real-speaker effect from mere task repetition.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expectation_transfer.py  ·  hrtf_relearning  ·  see expectation_transfer_design.md for full rationale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Expectation Transfer</dc:title>
  <dc:subject>PptxGenJS Presentation</dc:subject>
  <dc:creator>Paul Friedrich</dc:creator>
  <cp:lastModifiedBy>Paul Friedrich</cp:lastModifiedBy>
  <cp:revision>1</cp:revision>
  <dcterms:created xsi:type="dcterms:W3CDTF">2026-07-03T18:28:28Z</dcterms:created>
  <dcterms:modified xsi:type="dcterms:W3CDTF">2026-07-03T18:28:28Z</dcterms:modified>
</cp:coreProperties>
</file>